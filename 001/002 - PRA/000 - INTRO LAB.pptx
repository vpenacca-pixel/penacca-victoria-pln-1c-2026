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45cc972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45cc972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s" sz="4180"/>
              <a:t>Laboratorio de </a:t>
            </a:r>
            <a:endParaRPr sz="41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s" sz="4180"/>
              <a:t>Procesamiento del Lenguaje Natural</a:t>
            </a:r>
            <a:endParaRPr sz="41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Lab</a:t>
            </a:r>
            <a:r>
              <a:rPr lang="es"/>
              <a:t> 1: Adquisición de Datos mediante Web Scraping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Flujo de Trabajo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Organización de Archivos:</a:t>
            </a:r>
            <a:r>
              <a:rPr lang="es"/>
              <a:t> Por ejemplo ‘Laboratorio_PLN’. Dentro, una carpeta para esta primera práctica (ej: 001_</a:t>
            </a:r>
            <a:r>
              <a:rPr lang="es"/>
              <a:t>Clase_</a:t>
            </a:r>
            <a:r>
              <a:rPr lang="es"/>
              <a:t>WebScraping).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GitHub:</a:t>
            </a:r>
            <a:r>
              <a:rPr lang="es"/>
              <a:t> qué es y cómo crear un repositorio personal para la materia. El objetivo de hoy es solo crearlo.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Editor de Código (VS Code / Cursor):</a:t>
            </a:r>
            <a:r>
              <a:rPr lang="es"/>
              <a:t> Reconocimiento de la interfaz.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Gestores de Paquetes (PIP / UV):</a:t>
            </a:r>
            <a:r>
              <a:rPr lang="es"/>
              <a:t> son como una "Store" para librerías de Python.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